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Plant Disease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90EE90"/>
                </a:solidFill>
              </a:defRPr>
            </a:pPr>
            <a:r>
              <a:t>AI/ML Classification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Intelligent plant disease classification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Uses deep learning (CNN) for accurate disease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Supports 38 different plant diseases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Deployed as a web application using Streamlit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Model hosted on Hugging Face Hub for easy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Source: PlantVillage Dataset (Kaggle)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Size: Comprehensive plant disease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Classes: 38 disease types across multiple crops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Crops Covered: Apple, Blueberry, Cherry, Corn, Grape, Orange, Peach, Pepper, Potato, Raspberry, Soybean, Squash, Strawberry, Tomato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Healthy plant samples included for each crop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Supported Crops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Apple: Scab, Black Rot, Cedar Apple Rust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Tomato: 9 diseases including Early Blight, Late Blight, Leaf Mold, Mosaic Virus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Corn: Cercospora Leaf Spot, Common Rust, Northern Leaf Blight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Grape: Black Rot, Esca, Leaf Blight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Potato: Early Blight, Late Blight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Other crops: Cherry, Pepper, Peach, Orange, Blueberry, Raspberry, Soybean, Squash, Strawberry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CNN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Framework: TensorFlow/Keras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Input Shape: 224x224 pixels (RGB)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Layer 1: Conv2D (32 filters) + MaxPooling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Layer 2: Conv2D (64 filters) + MaxPooling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Flatten Layer for dimensionality reduction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Dense Layer (256 units, ReLU activation)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Output Layer (38 units, Softmax activation)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Training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Optimizer: Adam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Loss Function: Categorical Crossentropy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Batch Size: 32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Image Size: 224x224 pixels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Train-Validation Split: 80-20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Data Augmentation: Rescaling &amp; normalization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Performance Metric: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Backend: Python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Deep Learning: TensorFlow 2.11+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Web Framework: Streamlit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Model Deployment: Hugging Face Hub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Image Processing: PIL, OpenCV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Numerical Computing: NumPy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Containerization: Docker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Application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User-friendly web interface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Real-time image upload and classification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Automatic model downloading from Hugging Face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Confidence scores for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Support for JPG, JPEG, PNG formats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Responsive design for all devices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Docker containerization for easy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1. User uploads a plant leaf image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2. Image is preprocessed and normalized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3. Image resized to 224x224 pixels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4. CNN model analyzes the image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5. Model predicts disease class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6. Application displays results with confidence scores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7. User sees disease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main.py: Streamlit application entry point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app.py: Model training notebook (from Colab)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plant_disease_model.h5: Trained model weights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class_indices.json: Disease class labels mapping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requirements.txt: Python dependencies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config.toml: Streamlit configuration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Dockerfile: Container deployment setup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Docker Container: Full isolation and consistency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Streamlit Cloud: Direct deployment from GitHub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Local Deployment: Run locally with Python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Port Configuration: Configurable via config.toml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CORS Support: Disabled for security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Live Monitoring: Available on supported platforms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1. Clone the repository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2. Install dependencies: pip install -r requirements.txt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3. Run application: streamlit run main.py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4. Alternative - Use Docker: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 docker build -t plant-disease 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   docker run -p 80:80 plant-disease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5. Access via browser at localhost:80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Training Metric: Accuracy tracking per epoch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Validation Accuracy: Evaluated on hold-out set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Loss Metric: Categorical Crossentropy optimization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Real-time Prediction: Fast inference on new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Efficient Model: Lightweight for deployment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Scalable: Can handle multiple concurrent predictions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Transfer Learning: Use pre-trained models (ResNet, VGG)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Model Optimization: Quantization for faster inference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Mobile App: iOS/Android native applications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Treatment Recommendations: Provide disease solutions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Crop Health Monitoring: Time-series analysis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Multi-image Upload: Batch processing capability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282828"/>
                </a:solidFill>
              </a:defRPr>
            </a:pPr>
            <a:r>
              <a:t> API Integration: RESTful API for third-party apps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90EE90"/>
                </a:solidFill>
              </a:defRPr>
            </a:pPr>
            <a:r>
              <a:t>Plant Disease Predictor - AI/ML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